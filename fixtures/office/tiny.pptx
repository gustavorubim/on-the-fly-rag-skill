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used in unit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Tiny PPTX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Slide about local RAG indexing.</a:t>
            </a:r>
          </a:p>
          <a:p>
            <a:r>
              <a:t>Mentions Office extractors.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