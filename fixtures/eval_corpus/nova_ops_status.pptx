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Latency regression started after the mobile SDK 3.4 rollout. Spec claims 50ms p99 — we are missing that target. Observed production latency remains 120ms p99.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Product Spec says OAuth2 only — this is a known policy drift. Security wants keys gone by December.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Aligns with Pricing Guide Pro=$49 and Enterprise=$499.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NovaSync Ops Status —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Product: NovaSync (cross-ref Product Spec + Pricing).</a:t>
            </a:r>
          </a:p>
          <a:p>
            <a:r>
              <a:t>Observed p99 latency: 120 milliseconds (last 7 days).</a:t>
            </a:r>
          </a:p>
          <a:p>
            <a:r>
              <a:t>This is the live production p99 latency measurement.</a:t>
            </a:r>
          </a:p>
          <a:p>
            <a:r>
              <a:t>Availability: 99.91% (below Spec target of 99.95%).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Auth in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Current auth: API keys AND OAuth2 are both accepted.</a:t>
            </a:r>
          </a:p>
          <a:p>
            <a:r>
              <a:t>API-key traffic is ~35% of requests; OAuth2 is ~65%.</a:t>
            </a:r>
          </a:p>
          <a:p>
            <a:r>
              <a:t>Migration plan: deprecate API keys in Q4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Capacity vs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 tenants (1000 req/min) are saturating shared pools.</a:t>
            </a:r>
          </a:p>
          <a:p>
            <a:r>
              <a:t>Enterprise unlimited plan correlates with 40% of load.</a:t>
            </a:r>
          </a:p>
          <a:p>
            <a:r>
              <a:t>Recommend raising Free→Pro conversion messaging.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